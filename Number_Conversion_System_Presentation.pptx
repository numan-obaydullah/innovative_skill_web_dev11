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Number Conversion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Decimal, Binary, Hexadecimal, Two’s Complement, and Signed Binary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 Conversion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 often use different number systems in computer science:</a:t>
            </a:r>
          </a:p>
          <a:p>
            <a:pPr/>
            <a:r>
              <a:t>• Decimal (Base 10) – digits 0 to 9 (used in daily life)</a:t>
            </a:r>
          </a:p>
          <a:p>
            <a:pPr/>
            <a:r>
              <a:t>• Binary (Base 2) – digits 0 and 1 (used inside computers)</a:t>
            </a:r>
          </a:p>
          <a:p>
            <a:pPr/>
            <a:r>
              <a:t>• Hexadecimal (Base 16) – digits 0–9 and A–F (compact form of binary)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Decimal → Binary (Integer)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Method: Repeatedly divide the decimal number by 2 and record the remainders.</a:t>
            </a:r>
          </a:p>
          <a:p>
            <a:pPr/>
            <a:r>
              <a:t>Example: Convert 25₁₀ to binary:</a:t>
            </a:r>
          </a:p>
          <a:p>
            <a:pPr/>
            <a:r>
              <a:t>25 ÷ 2 = 12 remainder 1</a:t>
            </a:r>
          </a:p>
          <a:p>
            <a:pPr/>
            <a:r>
              <a:t>12 ÷ 2 = 6 remainder 0</a:t>
            </a:r>
          </a:p>
          <a:p>
            <a:pPr/>
            <a:r>
              <a:t>6 ÷ 2 = 3 remainder 0</a:t>
            </a:r>
          </a:p>
          <a:p>
            <a:pPr/>
            <a:r>
              <a:t>3 ÷ 2 = 1 remainder 1</a:t>
            </a:r>
          </a:p>
          <a:p>
            <a:pPr/>
            <a:r>
              <a:t>1 ÷ 2 = 0 remainder 1</a:t>
            </a:r>
          </a:p>
          <a:p>
            <a:pPr/>
            <a:r>
              <a:t>Read remainders from bottom to top → 11001₂</a:t>
            </a:r>
          </a:p>
          <a:p>
            <a:pPr/>
            <a:r>
              <a:t>So, 25₁₀ = 11001₂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→ Decimal (Integer)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Method: Multiply each bit by 2ⁿ (n = position from right, starting at 0) and add.</a:t>
            </a:r>
          </a:p>
          <a:p>
            <a:pPr/>
            <a:r>
              <a:t>Example: Convert 10110₂ to decimal:</a:t>
            </a:r>
          </a:p>
          <a:p>
            <a:pPr/>
            <a:r>
              <a:t>1×2⁴ + 0×2³ + 1×2² + 1×2¹ + 0×2⁰</a:t>
            </a:r>
          </a:p>
          <a:p>
            <a:pPr/>
            <a:r>
              <a:t>= 16 + 0 + 4 + 2 + 0 = 22</a:t>
            </a:r>
          </a:p>
          <a:p>
            <a:pPr/>
            <a:r>
              <a:t>So, 10110₂ = 22₁₀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Fractional Decimal →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Method: Repeatedly multiply the fractional part by 2 and track the integer parts.</a:t>
            </a:r>
          </a:p>
          <a:p>
            <a:pPr/>
            <a:r>
              <a:t>Example: Convert 0.625₁₀ to binary:</a:t>
            </a:r>
          </a:p>
          <a:p>
            <a:pPr/>
            <a:r>
              <a:t>0.625 × 2 = 1.25  → integer part 1</a:t>
            </a:r>
          </a:p>
          <a:p>
            <a:pPr/>
            <a:r>
              <a:t>0.25 × 2  = 0.5   → integer part 0</a:t>
            </a:r>
          </a:p>
          <a:p>
            <a:pPr/>
            <a:r>
              <a:t>0.5 × 2   = 1.0   → integer part 1</a:t>
            </a:r>
          </a:p>
          <a:p>
            <a:pPr/>
            <a:r>
              <a:t>Collect integer parts in order → 0.101₂</a:t>
            </a:r>
          </a:p>
          <a:p>
            <a:pPr/>
            <a:r>
              <a:t>So, 0.625₁₀ = 0.101₂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Two’s Complement Binary →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Two’s complement is used to represent signed integers in binary.</a:t>
            </a:r>
          </a:p>
          <a:p>
            <a:pPr/>
            <a:r>
              <a:t>Steps (for 8-bit example):</a:t>
            </a:r>
          </a:p>
          <a:p>
            <a:pPr/>
            <a:r>
              <a:t>1. If MSB (leftmost bit) is 0 → number is positive, convert normally.</a:t>
            </a:r>
          </a:p>
          <a:p>
            <a:pPr/>
            <a:r>
              <a:t>2. If MSB is 1 → number is negative:</a:t>
            </a:r>
          </a:p>
          <a:p>
            <a:pPr/>
            <a:r>
              <a:t>   a) Invert all bits (0↔1).</a:t>
            </a:r>
          </a:p>
          <a:p>
            <a:pPr/>
            <a:r>
              <a:t>   b) Add 1 to the result.</a:t>
            </a:r>
          </a:p>
          <a:p>
            <a:pPr/>
            <a:r>
              <a:t>   c) Convert to decimal and put a minus sign.</a:t>
            </a:r>
          </a:p>
          <a:p>
            <a:pPr/>
            <a:r>
              <a:t>Example: 11101100₂ (8-bit):</a:t>
            </a:r>
          </a:p>
          <a:p>
            <a:pPr/>
            <a:r>
              <a:t>Invert: 00010011₂; Add 1: 00010100₂ = 20₁₀ → result is −20</a:t>
            </a:r>
          </a:p>
          <a:p>
            <a:pPr/>
            <a:r>
              <a:t>So, 11101100₂(two’s complement) = −20₁₀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Signed Binary (Sign-Magnitude) →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 sign-magnitude representation:</a:t>
            </a:r>
          </a:p>
          <a:p>
            <a:pPr/>
            <a:r>
              <a:t>• MSB is sign bit (0 = positive, 1 = negative).</a:t>
            </a:r>
          </a:p>
          <a:p>
            <a:pPr/>
            <a:r>
              <a:t>• Remaining bits show the magnitude (absolute value).</a:t>
            </a:r>
          </a:p>
          <a:p>
            <a:pPr/>
            <a:r>
              <a:t>Example (4-bit sign-magnitude): 1101₂</a:t>
            </a:r>
          </a:p>
          <a:p>
            <a:pPr/>
            <a:r>
              <a:t>MSB = 1 → number is negative</a:t>
            </a:r>
          </a:p>
          <a:p>
            <a:pPr/>
            <a:r>
              <a:t>Magnitude bits = 101₂ = 5₁₀</a:t>
            </a:r>
          </a:p>
          <a:p>
            <a:pPr/>
            <a:r>
              <a:t>So, 1101₂ (sign-magnitude) = −5₁₀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Decimal → Hexadecimal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Method: Repeatedly divide the decimal number by 16 and record the remainders.</a:t>
            </a:r>
          </a:p>
          <a:p>
            <a:pPr/>
            <a:r>
              <a:t>Digits 10–15 are written as A, B, C, D, E, F.</a:t>
            </a:r>
          </a:p>
          <a:p>
            <a:pPr/>
            <a:r>
              <a:t>Example: Convert 254₁₀ to hex:</a:t>
            </a:r>
          </a:p>
          <a:p>
            <a:pPr/>
            <a:r>
              <a:t>254 ÷ 16 = 15 remainder 14</a:t>
            </a:r>
          </a:p>
          <a:p>
            <a:pPr/>
            <a:r>
              <a:t>15 ÷ 16  = 0  remainder 15</a:t>
            </a:r>
          </a:p>
          <a:p>
            <a:pPr/>
            <a:r>
              <a:t>Remainders (bottom to top): 15 (F), 14 (E) → FE₁₆</a:t>
            </a:r>
          </a:p>
          <a:p>
            <a:pPr/>
            <a:r>
              <a:t>So, 254₁₀ = FE₁₆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Hexadecimal →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Method: Multiply each hex digit by 16ⁿ and add (n = position from right, starting at 0).</a:t>
            </a:r>
          </a:p>
          <a:p>
            <a:pPr/>
            <a:r>
              <a:t>Example: Convert 3AF₁₆ to decimal:</a:t>
            </a:r>
          </a:p>
          <a:p>
            <a:pPr/>
            <a:r>
              <a:t>3AF₁₆ = 3×16² + A×16¹ + F×16⁰</a:t>
            </a:r>
          </a:p>
          <a:p>
            <a:pPr/>
            <a:r>
              <a:t>A = 10, F = 15</a:t>
            </a:r>
          </a:p>
          <a:p>
            <a:pPr/>
            <a:r>
              <a:t>= 3×256 + 10×16 + 15</a:t>
            </a:r>
          </a:p>
          <a:p>
            <a:pPr/>
            <a:r>
              <a:t>= 768 + 160 + 15 = 943</a:t>
            </a:r>
          </a:p>
          <a:p>
            <a:pPr/>
            <a:r>
              <a:t>So, 3AF₁₆ = 943₁₀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→ Hexadecimal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Method: Group binary digits into sets of 4 bits from the right, then convert each group.</a:t>
            </a:r>
          </a:p>
          <a:p>
            <a:pPr/>
            <a:r>
              <a:t>Each 4-bit group = 1 hex digit.</a:t>
            </a:r>
          </a:p>
          <a:p>
            <a:pPr/>
            <a:r>
              <a:t>Example: Convert 110101110011₂ to hex:</a:t>
            </a:r>
          </a:p>
          <a:p>
            <a:pPr/>
            <a:r>
              <a:t>Group: 1101 0111 0011</a:t>
            </a:r>
          </a:p>
          <a:p>
            <a:pPr/>
            <a:r>
              <a:t>1101₂ = D₁₆, 0111₂ = 7₁₆, 0011₂ = 3₁₆</a:t>
            </a:r>
          </a:p>
          <a:p>
            <a:pPr/>
            <a:r>
              <a:t>So, 110101110011₂ = D73₁₆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Hexadecimal →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Method: Replace each hex digit with its 4-bit binary equivalent.</a:t>
            </a:r>
          </a:p>
          <a:p>
            <a:pPr/>
            <a:r>
              <a:t>Example: Convert 2F₁₆ to binary:</a:t>
            </a:r>
          </a:p>
          <a:p>
            <a:pPr/>
            <a:r>
              <a:t>2₁₆ = 0010₂</a:t>
            </a:r>
          </a:p>
          <a:p>
            <a:pPr/>
            <a:r>
              <a:t>F₁₆ = 1111₂</a:t>
            </a:r>
          </a:p>
          <a:p>
            <a:pPr/>
            <a:r>
              <a:t>So, 2F₁₆ = 0010 1111₂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